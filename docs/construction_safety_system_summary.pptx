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1323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工地安全監控系統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4475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8E6E0"/>
                </a:solidFill>
                <a:latin typeface="Microsoft JhengHei"/>
              </a:defRPr>
            </a:pPr>
            <a:r>
              <a:t>兩天開發成果總結：Flask 後端、即時監控畫面、YOLO + MediaPipe + UWB 座標整合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88920"/>
            <a:ext cx="1719072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9443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影像輸入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3744" y="29535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2788920"/>
            <a:ext cx="1719072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9443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YOLO/PPE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9535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5" y="2788920"/>
            <a:ext cx="1719072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7" y="29443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MediaPipe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9535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143" y="2788920"/>
            <a:ext cx="1719072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5" y="29443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人員追蹤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7" y="29535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2788920"/>
            <a:ext cx="1719072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3" y="29443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狀態管理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8E6E0"/>
                </a:solidFill>
                <a:latin typeface="Microsoft JhengHei"/>
              </a:defRPr>
            </a:pPr>
            <a:r>
              <a:t>成果：即時串流、人員資訊卡、三種 Overlay、範圍座標、JSON API、警報事件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開發目標與本次範圍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先完成可展示、可測試、可持續擴充的安全監控原型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原始需求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前端：即時畫面在上，人員資訊在下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後端：五個核心模組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來源：本機影片、RTSP、手機攝影機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追蹤：先做影像 track_id，UWB 之後再接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3375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4533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本次完成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29384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Flask 後端主控流程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YOLO 人員與 PPE 模型接入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heavy 姿態模型接入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IoU + 外觀特徵追蹤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UWB 範圍繪製與座標換算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3375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54533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展示能力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929384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即時串流監控頁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依人數產生資訊方格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 / MediaPipe / PPE 切換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警報與人員 JSON 查詢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可調影片來源與模型門檻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整體架構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由影像來源進入後端分析，再輸出即時畫面、狀態資料與警報事件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184708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66420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影片/RTSP/手機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1673351"/>
            <a:ext cx="173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1508760"/>
            <a:ext cx="184708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66420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影像前處理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673351"/>
            <a:ext cx="173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1508760"/>
            <a:ext cx="184708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166420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YOLO 偵測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673351"/>
            <a:ext cx="173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85432" y="1508760"/>
            <a:ext cx="184708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166420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MediaPipe 姿態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1673351"/>
            <a:ext cx="173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E6D6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08760"/>
            <a:ext cx="184708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664207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D4A5D"/>
                </a:solidFill>
                <a:latin typeface="Microsoft JhengHei"/>
              </a:defRPr>
            </a:pPr>
            <a:r>
              <a:t>追蹤/狀態整合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2148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871216"/>
            <a:ext cx="1819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255264"/>
            <a:ext cx="1819656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即時畫面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人員資訊卡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繪製範圍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Overlay 按鈕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743200"/>
            <a:ext cx="2148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871216"/>
            <a:ext cx="1819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Routes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3255264"/>
            <a:ext cx="1819656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/api/cameras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/api/workers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/api/alerts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/api/health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743200"/>
            <a:ext cx="2148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2871216"/>
            <a:ext cx="1819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3255264"/>
            <a:ext cx="1819656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背景推論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MJPEG 串流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低延遲設定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模式切換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2743200"/>
            <a:ext cx="2148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2871216"/>
            <a:ext cx="1819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3255264"/>
            <a:ext cx="1819656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camera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yolo_detector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pose_detector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tracker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worker_manager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743200"/>
            <a:ext cx="14173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22992" y="2871216"/>
            <a:ext cx="10881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3255264"/>
            <a:ext cx="1088136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記憶體狀態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事件佇列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前端監控畫面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主畫面已從單純頁面變成可互動的監控介面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7432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9616"/>
            <a:ext cx="24140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即時畫面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83664"/>
            <a:ext cx="241401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MJPEG 串流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保留比例，避免人體變形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右上角顯示攝影機來源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畫面上可繪製 UWB 判定範圍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71600"/>
            <a:ext cx="27432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499616"/>
            <a:ext cx="24140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人員資訊卡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1883664"/>
            <a:ext cx="241401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依偵測人數產生方格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 worker_id / track_id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 PPE、行為、風險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顯示範圍內座標，範圍外顯示「無」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371600"/>
            <a:ext cx="2331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499616"/>
            <a:ext cx="20025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Overlay 切換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1883664"/>
            <a:ext cx="200253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Worker：人框、ID、座標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MediaPipe：骨架與 33 點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PPE：安全帽/背心框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371600"/>
            <a:ext cx="224028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499616"/>
            <a:ext cx="1911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操作工具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1883664"/>
            <a:ext cx="191109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繪製範圍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儲存範圍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清除重畫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健康檢查與 JSON 連結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五個核心模組狀態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模組一、四、五已建立；模組二、三整合既有模型與方法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148840" cy="594360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139903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模組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325880"/>
            <a:ext cx="6080760" cy="594360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2344" y="139903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主要功能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325880"/>
            <a:ext cx="2788920" cy="594360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39903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目前狀態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199339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影像輸入與前處理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920240"/>
            <a:ext cx="6080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199339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影片、RTSP、Webcam、手機串流；解析度、FPS、比例與低延遲處理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920240"/>
            <a:ext cx="2788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199339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258775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YOLO 穿戴辨識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514600"/>
            <a:ext cx="6080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2344" y="258775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kaggle.pt 偵測人員；best_v3.pt 偵測 PPE；裝備配對到人員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514600"/>
            <a:ext cx="2788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258775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完成並修正後處理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3" y="318211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MediaPipe 姿態分析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108960"/>
            <a:ext cx="6080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52344" y="318211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33 點姿態、腰部座標、跌倒/奔跑/不穩/求救判斷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108960"/>
            <a:ext cx="2788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318211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完成並多次校正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3" y="377647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人員追蹤與 UWB 配對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703320"/>
            <a:ext cx="6080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52344" y="377647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維持 track_id、計算整畫面/範圍座標；UWB 硬體待接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703320"/>
            <a:ext cx="2788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33104" y="377647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追蹤與座標完成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3" y="4370832"/>
            <a:ext cx="20391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人員狀態管理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297680"/>
            <a:ext cx="6080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52344" y="4370832"/>
            <a:ext cx="59710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整合 worker_id、track_id、PPE、行為、風險與事件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297680"/>
            <a:ext cx="2788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33104" y="4370832"/>
            <a:ext cx="2679191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記憶體版完成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影像輸入與流暢化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解決來源切換、手機串流、變形與延遲問題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375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961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支援來源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83664"/>
            <a:ext cx="300837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本機影片：test_videos/*.mp4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RTSP URL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Webcam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手機攝影機串流：/video、/mjpegfeed、/shot.jpg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375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9961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前處理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83664"/>
            <a:ext cx="300837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預設輸出 960 x 540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preserve_aspect 保留比例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可調亮度、對比、銳化、降噪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buffer_size = 1，降低舊幀堆積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3375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9961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流暢化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83664"/>
            <a:ext cx="300837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async_stream：畫面與推論分離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inference_fps 控制分析頻率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JPEG quality 降低傳輸量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使用 velocity 預測人框，讓追蹤顯示更平滑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YOLO 與 PPE 準確度改善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確認模型不是沒用到，而是後處理需要更精準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1089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2779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模型確認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27797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kaggle.pt：人員偵測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best_v3.pt：PPE 偵測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best_v3 類別含 helmet、no_helmet、safety_vest、no_safety_vest、mask、gloves 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453895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後處理修正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37943"/>
            <a:ext cx="30083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不同 PPE 類別使用不同信心門檻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安全帽限定在人框上半部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背心限定在軀幹區域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遠處孤立誤框不再顯示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同一類 PPE 只保留最佳結果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25880"/>
            <a:ext cx="34290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453895"/>
            <a:ext cx="3099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單人測試策略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837943"/>
            <a:ext cx="30998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測試影片確認只有一人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max_people 預設為 1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只保留最可信的人框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降低多框與追蹤亂跳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未來多人場景可調大 max_people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MediaPipe 姿態與行為判斷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從單幀判斷改為連續特徵判斷，並參考論文特徵設計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2871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姿態模型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28712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已下載 pose_landmarker_heavy.task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使用 MediaPipe Tasks API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依 YOLO 人框裁切後個別分析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輸出 33 點 landmarks 與腰部座標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200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453895"/>
            <a:ext cx="28712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特徵設計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837943"/>
            <a:ext cx="28712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軀幹角度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髖部高度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手腕位置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膝蓋角度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腳踝變化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身體移動速度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保留連續 0.5 至 2 秒資料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25880"/>
            <a:ext cx="34290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453895"/>
            <a:ext cx="30998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行為判斷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1837943"/>
            <a:ext cx="309981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跌倒：角度、高度、姿態轉換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奔跑：位移、手臂、步伐綜合判斷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步伐不穩：橫向晃動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揮手求救：手腕高於肩部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奔跑門檻經多次放鬆/收緊校正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人員追蹤與 UWB 範圍座標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先完成影像追蹤與座標計算，保留未來 UWB 實機配對空間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追蹤改善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IoU 追蹤為基礎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加入中心距離與框大小相似度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加入外觀 HSV 直方圖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短暫漏偵測後可接回同一 ID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舊軌跡不再顯示為殘影框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座標計算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追蹤點由腳底改為腰部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成功：使用左右髖部中心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失敗：用人框腰部估計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同時計算整畫面座標與繪製範圍座標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範圍判定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405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自由繪製多邊形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人在範圍內：輸出 range pixel / normalized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人在範圍外：顯示「無」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未來可結合 UWB worker_id 配對可信度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資料儲存與資料結構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目前為即時記憶體狀態，尚未正式落資料庫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2011680" cy="56692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71600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資料類型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98448"/>
            <a:ext cx="4069080" cy="56692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371600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儲存位置 / 形式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98448"/>
            <a:ext cx="4983480" cy="56692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1371600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6537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938528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WorkerState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865376"/>
            <a:ext cx="4069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1938528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worker_manager.workers 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865376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1938528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worker_id、track_id、box、velocity、coordinate、PPE、behavior、risk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43230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2505456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事件紀錄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432304"/>
            <a:ext cx="4069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0904" y="2505456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events deque(maxlen=200)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432304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2505456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保存未配戴、跌倒、求救、奔跑等警報事件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99923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072384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最新推論結果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99232"/>
            <a:ext cx="4069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3072384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runtime.latest_result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999232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3072384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供串流 overlay 與 /api/workers 使用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56616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3639312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繪製範圍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566160"/>
            <a:ext cx="4069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60904" y="3639312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runtime.pairing_range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566160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3639312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保存 UWB 判定多邊形點位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133087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206240"/>
            <a:ext cx="1901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模型狀態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4133087"/>
            <a:ext cx="4069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0904" y="4206240"/>
            <a:ext cx="3959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/api/cameras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133087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9984" y="4206240"/>
            <a:ext cx="48737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7211C"/>
                </a:solidFill>
                <a:latin typeface="Microsoft JhengHei"/>
              </a:defRPr>
            </a:pPr>
            <a:r>
              <a:t>模型路徑、信心門檻、max_people、overlay_mode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9893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後續可建立資料表：worker_snapshots、alerts、camera_configs、uwb_pairings。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主要問題與修正結果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這兩天不只新增功能，也完成多輪除錯與穩定化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25296"/>
            <a:ext cx="1965960" cy="47548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98448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25296"/>
            <a:ext cx="4297680" cy="47548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298448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原因分析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225296"/>
            <a:ext cx="5303520" cy="475488"/>
          </a:xfrm>
          <a:prstGeom prst="rect">
            <a:avLst/>
          </a:prstGeom>
          <a:solidFill>
            <a:srgbClr val="2D4A5D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5703" y="1298448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修正結果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0784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773936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Flask 404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700784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78024" y="1773936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根路由未提供頁面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700784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3" y="1773936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新增監控主頁與 favicon 回應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249424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中文亂碼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176272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8024" y="2249424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檔案/終端編碼不一致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176272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3" y="2249424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主要頁面恢復 UTF-8 中文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2724912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畫面變形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2651760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4" y="2724912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影像被拉伸填滿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651760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3" y="2724912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保留比例顯示，人體比例正常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27248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200400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延遲嚴重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3127248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78024" y="3200400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串流與推論同步阻塞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127248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3" y="3200400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背景推論、低 buffer、降低 JPEG 品質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02736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3675888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追蹤亂跳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602736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78024" y="3675888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假人框、漏偵測、殘留軌跡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602736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3" y="3675888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單人限制、外觀追蹤、active track 顯示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78224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4151376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PPE 不準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4078224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78024" y="4151376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低信心與位置配對太寬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4078224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5703" y="4151376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類別門檻、位置規則、最佳結果保留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553712"/>
            <a:ext cx="1965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4626864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奔跑判斷失衡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4553712"/>
            <a:ext cx="4297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78024" y="4626864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單一特徵過敏或門檻太嚴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0840" y="4553712"/>
            <a:ext cx="5303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75703" y="4626864"/>
            <a:ext cx="51937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solidFill>
                  <a:srgbClr val="17211C"/>
                </a:solidFill>
                <a:latin typeface="Microsoft JhengHei"/>
              </a:defRPr>
            </a:pPr>
            <a:r>
              <a:t>改用位移、手臂、步伐綜合判斷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API 與資料輸出範例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目前前端與除錯都透過 JSON 取得狀態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7432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24140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主要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2414016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/api/cameras：攝影機與模型狀態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/api/cameras/stream：即時 MJPEG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/api/cameras/pairing-range：範圍讀寫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/api/cameras/overlay-mode：Overlay 切換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/api/workers：人員狀態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/api/alerts：警報事件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234440"/>
            <a:ext cx="7315200" cy="4937760"/>
          </a:xfrm>
          <a:prstGeom prst="roundRect">
            <a:avLst>
              <a:gd name="adj" fmla="val 4000"/>
            </a:avLst>
          </a:prstGeom>
          <a:solidFill>
            <a:srgbClr val="101916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508760"/>
            <a:ext cx="6812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"worker_id": "worker-001",</a:t>
            </a:r>
            <a:br/>
            <a:r>
              <a:t>  "track_id": 1,</a:t>
            </a:r>
            <a:br/>
            <a:r>
              <a:t>  "camera_id": "CAM-01",</a:t>
            </a:r>
            <a:br/>
            <a:r>
              <a:t>  "ppe": { "helmet": true, "vest": true },</a:t>
            </a:r>
            <a:br/>
            <a:r>
              <a:t>  "coordinate": {</a:t>
            </a:r>
            <a:br/>
            <a:r>
              <a:t>    "frame": { "pixel": { "x": 94, "y": 718 } },</a:t>
            </a:r>
            <a:br/>
            <a:r>
              <a:t>    "range": null</a:t>
            </a:r>
            <a:br/>
            <a:r>
              <a:t>  },</a:t>
            </a:r>
            <a:br/>
            <a:r>
              <a:t>  "behavior": { "status": "站立", "running": false },</a:t>
            </a:r>
            <a:br/>
            <a:r>
              <a:t>  "risk_level": "normal",</a:t>
            </a:r>
            <a:br/>
            <a:r>
              <a:t>  "alerts": []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11C"/>
                </a:solidFill>
                <a:latin typeface="Microsoft JhengHei"/>
              </a:defRPr>
            </a:pPr>
            <a:r>
              <a:t>目前展示方式與後續建議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D67"/>
                </a:solidFill>
                <a:latin typeface="Microsoft JhengHei"/>
              </a:defRPr>
            </a:pPr>
            <a:r>
              <a:t>可用測試影片或手機串流展示完整流程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0972800" cy="18288"/>
          </a:xfrm>
          <a:prstGeom prst="rect">
            <a:avLst/>
          </a:prstGeom>
          <a:solidFill>
            <a:srgbClr val="DC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D67"/>
                </a:solidFill>
                <a:latin typeface="Microsoft JhengHei"/>
              </a:defRPr>
            </a:pPr>
            <a:r>
              <a:t>Construction Safety System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918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2962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展示步驟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296265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啟動 Flask：python -m backend.app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開啟 http://127.0.0.1:5000/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切換 Worker / MediaPipe / PPE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繪製 UWB 判定範圍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觀察資訊卡與 JSON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918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2962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可說明亮點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296265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前後端資料流已打通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推論與畫面串流可分離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座標由整畫面延伸到自訂範圍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PPE 與行為都有連續幀穩定處理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追蹤顯示加入平滑預測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2918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29626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下一階段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2962656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接 UWB 實際資料來源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建立 database 資料表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新增事件查詢與匯出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針對現場影片校正門檻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多人場景測試 max_people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1323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8132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8E6E0"/>
                </a:solidFill>
                <a:latin typeface="Microsoft JhengHei"/>
              </a:defRPr>
            </a:pPr>
            <a:r>
              <a:t>這兩天已從概念架構推進到可執行、可展示、可除錯的安全監控原型。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337560" cy="251460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45973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B61F"/>
                </a:solidFill>
                <a:latin typeface="Microsoft JhengHei"/>
              </a:defRPr>
            </a:pPr>
            <a:r>
              <a:t>已完成的核心價值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843784"/>
            <a:ext cx="3008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即時畫面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人員資訊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PPE 辨識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姿態分析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追蹤與範圍座標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331720"/>
            <a:ext cx="3337560" cy="251460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2459736"/>
            <a:ext cx="30083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B61F"/>
                </a:solidFill>
                <a:latin typeface="Microsoft JhengHei"/>
              </a:defRPr>
            </a:pPr>
            <a:r>
              <a:t>目前定位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843784"/>
            <a:ext cx="3008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適合展示流程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適合測試影片與手機串流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適合後續接 UWB 與資料庫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331720"/>
            <a:ext cx="2971800" cy="251460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2459736"/>
            <a:ext cx="2642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B61F"/>
                </a:solidFill>
                <a:latin typeface="Microsoft JhengHei"/>
              </a:defRPr>
            </a:pPr>
            <a:r>
              <a:t>下一階段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2843784"/>
            <a:ext cx="264261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現場影片校正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UWB 實機配對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資料庫與警報後台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